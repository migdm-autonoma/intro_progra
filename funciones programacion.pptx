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Funciones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Programación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Programación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0" y="4160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saludar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(nombre):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"Hola, " + nombre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una función?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🧁 La analogía de la receta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es como una receta:
</a:t>
            </a:r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das ingredientes (parámetros), hace algo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ellos y te devuelve un resultado (return).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Definición formal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bloque de código reutilizable con un nombre, que realiza una tarea específica y puede recibir datos y devolver un resultado.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¿Para qué sirven?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090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♻️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349300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Reutilizar código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0352" y="3822192"/>
            <a:ext cx="18196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Escribís una vez, usás muchas veces.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306324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06040" y="3090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51760" y="349300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679192" y="3822192"/>
            <a:ext cx="18196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el programa en partes pequeñas.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090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🐛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00600" y="349300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Facilitar debug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28032" y="3822192"/>
            <a:ext cx="18196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más fácil encontrar errores.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03720" y="306324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03720" y="3090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49440" y="349300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Legibilidad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76872" y="3822192"/>
            <a:ext cx="18196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se entiende mejor.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Anatomía de una función en Python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12344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069848"/>
            <a:ext cx="7900416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calcular_area(base, altura):   # ← nombre y parámetros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area = base * altura           # ← cuerpo (lógica)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area                    # ← valor de retorno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31720"/>
            <a:ext cx="19202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682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07208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 reservada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indica 'definir función'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2331720"/>
            <a:ext cx="2103120" cy="2514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2331720"/>
            <a:ext cx="2103120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3682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2807208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la función.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ser descriptivo.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331720"/>
            <a:ext cx="1874520" cy="25146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331720"/>
            <a:ext cx="1874520" cy="384048"/>
          </a:xfrm>
          <a:prstGeom prst="rect">
            <a:avLst/>
          </a:prstGeom>
          <a:solidFill>
            <a:srgbClr val="A8E6CF"/>
          </a:solidFill>
          <a:ln w="12700">
            <a:solidFill>
              <a:srgbClr val="A8E6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36829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parámetros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807208"/>
            <a:ext cx="1691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entrada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recibe la función.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233172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2331720"/>
            <a:ext cx="1920240" cy="38404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23682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2807208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que devuelve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llamador.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Llamar (invocar) una función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960120"/>
            <a:ext cx="777240" cy="7772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960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423160" y="1307592"/>
            <a:ext cx="3200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1965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920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Definís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" y="228600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Escribís la función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def una vez.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777240" cy="7772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960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0" y="1307592"/>
            <a:ext cx="3200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1874520"/>
            <a:ext cx="1965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51760" y="1920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Llamás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79192" y="228600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Usás el nombre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argumentos.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349240" y="960120"/>
            <a:ext cx="777240" cy="7772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960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720840" y="1307592"/>
            <a:ext cx="3200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874520"/>
            <a:ext cx="1965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1920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Ejecuta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28032" y="228600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corre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98080" y="960120"/>
            <a:ext cx="777240" cy="7772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960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903720" y="1874520"/>
            <a:ext cx="1965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49440" y="1920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Retorna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76872" y="228600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Recibís el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8229600" cy="16002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" y="3401568"/>
            <a:ext cx="7900416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Definición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calcular_area(base, altura):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base * altura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Llamadas (invocaciones)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calcular_area(5, 3)   # → 15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print(calcular_area(10, 2))       # → 20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Parámetros vs Argumentos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023360" cy="1920240"/>
          </a:xfrm>
          <a:prstGeom prst="roundRect">
            <a:avLst>
              <a:gd name="adj" fmla="val 5714"/>
            </a:avLst>
          </a:prstGeom>
          <a:solidFill>
            <a:srgbClr val="EBF5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Parámetro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nombre de la variable en la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la función.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'marcador de posición'.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023360" cy="86868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3035808"/>
            <a:ext cx="3694176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saludar(nombre):   # ← parámetro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print('Hola', nombre)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023360" cy="1920240"/>
          </a:xfrm>
          <a:prstGeom prst="roundRect">
            <a:avLst>
              <a:gd name="adj" fmla="val 5714"/>
            </a:avLst>
          </a:prstGeom>
          <a:solidFill>
            <a:srgbClr val="E8F8F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96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✏️ Argumento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valor REAL que pasás cuando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LLAMÁS a la función.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dato concreto.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4023360" cy="86868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28032" y="3035808"/>
            <a:ext cx="3694176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saludar("Ana")   # ← argumento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saludar("Luis")  # ← argumento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00B4D8">
              <a:alpha val="2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0507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Regla: los parámetros viven en la definición (def), los argumentos en la llamada.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return: devolver un resultado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402336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78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Con return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84048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527048"/>
            <a:ext cx="3511296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doblar(n):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2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doblar(5)     # x = 10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doblar(x) + 1 # y = 21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devuelve un valor que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podés usar, guardar o calcular.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4023360" cy="38404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78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Sin return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384048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19472" y="1527048"/>
            <a:ext cx="3511296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saludar(nombre):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print('Hola', nombre)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saludar('Ana') # imprime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print(x)           # None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hace algo (efecto) pero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devuelve un valor útil → None.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8229600" cy="704088"/>
          </a:xfrm>
          <a:prstGeom prst="rect">
            <a:avLst/>
          </a:prstGeom>
          <a:solidFill>
            <a:srgbClr val="FFF3CD"/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33088"/>
            <a:ext cx="78638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return termina la función inmediatamente. Todo código después de él no se ejecuta.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(Ámbito de variables)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224028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069848"/>
            <a:ext cx="7900416" cy="2020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                   # variable GLOBAL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mi_funcion():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5                # variable LOCAL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print(x)             # ✅ puede leer x global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print(y)             # ✅ puede leer y local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mi_funcion()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print(x)                 # ✅ funciona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print(y)                 # ❌ NameError: y no existe aquí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333756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BF5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3832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🌍 Variable Global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76732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Definida fuera de cualquier función.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desde todo el programa.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333756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8F8F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33832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Variable Local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376732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Definida dentro de una función.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existe mientras la función corre.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Funciones Built-in de Python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ya tiene muchas funciones listas para usar: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356616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657600"/>
              </a:tblGrid>
              <a:tr h="3241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hace?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96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print(x)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 x en pantalla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D5D5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print("Hola")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96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input(msg)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 texto del usuario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D5D5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nombre = input("¿Cómo te llamás?")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96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len(col)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Largo de una colección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D5D5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len([1, 2, 3])  # → 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96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int(x)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Convierte a entero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D5D5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int("42")  # → 42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96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float(x)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Convierte a decimal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D5D5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float("3.14")  # → 3.14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96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str(x)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Convierte a 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D5D5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str(100)  # → '100'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96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range(n)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Secuencia de números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D5D5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range(5)  # 0,1,2,3,4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96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abs(n)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absoluto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D5D5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abs(-7)  # → 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96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max() / min()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/ menor 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D5D5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max(3,1,4,1,5)  # → 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96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type(x)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un dato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D5D5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type(42)  # → &lt;class 'int'&gt;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Completo: Calculadora de Notas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338328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069848"/>
            <a:ext cx="7900416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calcular_promedio(nota1, nota2, nota3):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"""Calcula el promedio de tres notas."""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promedio = (nota1 + nota2 + nota3) / 3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round(promedio, 2)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aprobo(promedio):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"""Devuelve True si el promedio es &gt;= 60."""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promedio &gt;= 60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Uso del programa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calcular_promedio(75, 80, 90)   # p = 81.67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aprobo(p):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print(f"¡Aprobaste con {p}!")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print(f"Reprobaste. Promedio: {p}")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46227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Docstring: documenta qué hace la función (entre triples comillas).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7183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Funciones que usan otras funciones: reutilización real.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9743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round() es otra función built-in que redondeamos a 2 decimales.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Errores Comunes en Funciones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00584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Olvidar el return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Incorrecto: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560320" cy="96012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847088"/>
            <a:ext cx="223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doble(n):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* 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Correcto: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2560320" cy="96012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3108960"/>
            <a:ext cx="223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doble(n):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2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291840" y="96012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64992" y="100584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Llamar con argumentos incorrectos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4813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Incorrecto: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1737360"/>
            <a:ext cx="2560320" cy="96012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47872" y="1847088"/>
            <a:ext cx="223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suma(a, b):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suma(1, 2, 3)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83280" y="2743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Correcto: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83280" y="2999232"/>
            <a:ext cx="2560320" cy="96012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47872" y="3108960"/>
            <a:ext cx="223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suma(a, b):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suma(1, 2)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26480" y="96012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99632" y="100584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Usar variable local afuera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14813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Incorrecto: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1737360"/>
            <a:ext cx="2560320" cy="96012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82512" y="1847088"/>
            <a:ext cx="223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fn():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5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217920" y="2743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Correcto: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7920" y="2999232"/>
            <a:ext cx="2560320" cy="96012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82512" y="3108960"/>
            <a:ext cx="223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fn():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5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print(fn())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57200" y="4773168"/>
            <a:ext cx="822960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Resumen: Lo que aprendiste hoy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01498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es una función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86200" y="101498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reutilizable con nombre, parámetros y return.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8138160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73352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168249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definirla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86200" y="168249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Usás def nombre(params): y el cuerpo indentado.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240280"/>
            <a:ext cx="8138160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340864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40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23500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llamarla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86200" y="235000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nombre(argumentos) → devuelve un resultado.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2907792"/>
            <a:ext cx="8138160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008376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08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Parámetros vs argumentos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86200" y="3017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 en la def · Argumento en la llamada.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575304"/>
            <a:ext cx="8138160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675888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75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↩️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36850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return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86200" y="36850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el valor. Sin él, la función retorna None.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4242816"/>
            <a:ext cx="8138160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34340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43000" y="435254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86200" y="435254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locales viven dentro · globales fuera.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¡A practicar!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 para el Jupyter Notebook 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Escribí una función que calcule el perímetro de un rectángulo.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Creá una función que diga si un número es par o impar.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97280" y="25603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Hacé una función que calcule el factorial de un número.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97280" y="29718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Construí un conversor de temperatura (°C ↔ °F) con funciones.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Recordá: la práctica hace al programador 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DD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Usá el notebook para explorar, cometer errores y aprender.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Funciones en Programación</dc:title>
  <dc:subject>PptxGenJS Presentation</dc:subject>
  <dc:creator>PptxGenJS</dc:creator>
  <cp:lastModifiedBy>PptxGenJS</cp:lastModifiedBy>
  <cp:revision>1</cp:revision>
  <dcterms:created xsi:type="dcterms:W3CDTF">2026-05-11T18:24:03Z</dcterms:created>
  <dcterms:modified xsi:type="dcterms:W3CDTF">2026-05-11T18:24:03Z</dcterms:modified>
</cp:coreProperties>
</file>