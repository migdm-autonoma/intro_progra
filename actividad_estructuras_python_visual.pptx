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Actividad en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Exploradores de estructuras de datos en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Investigar y comprender:</a:t>
            </a:r>
          </a:p>
          <a:p>
            <a:r>
              <a:rPr sz="2000"/>
              <a:t>- Listas</a:t>
            </a:r>
          </a:p>
          <a:p>
            <a:r>
              <a:rPr sz="2000"/>
              <a:t>- Tuplas</a:t>
            </a:r>
          </a:p>
          <a:p>
            <a:r>
              <a:rPr sz="2000"/>
              <a:t>- Diccionarios</a:t>
            </a:r>
          </a:p>
          <a:p>
            <a:r>
              <a:rPr sz="2000"/>
              <a:t>- 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Organización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Formar 4 grupos:</a:t>
            </a:r>
          </a:p>
          <a:p>
            <a:r>
              <a:rPr sz="2000"/>
              <a:t>1. Listas</a:t>
            </a:r>
          </a:p>
          <a:p>
            <a:r>
              <a:rPr sz="2000"/>
              <a:t>2. Tuplas</a:t>
            </a:r>
          </a:p>
          <a:p>
            <a:r>
              <a:rPr sz="2000"/>
              <a:t>3. Diccionarios</a:t>
            </a:r>
          </a:p>
          <a:p>
            <a:r>
              <a:rPr sz="2000"/>
              <a:t>4. 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Tarea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Investigar y preparar una mini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Definición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¿Qué es?</a:t>
            </a:r>
          </a:p>
          <a:p>
            <a:r>
              <a:rPr sz="2000"/>
              <a:t>¿Para qué sirve?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¿Mutable?</a:t>
            </a:r>
          </a:p>
          <a:p>
            <a:r>
              <a:rPr sz="2000"/>
              <a:t>¿Permite repetidos?</a:t>
            </a:r>
          </a:p>
          <a:p>
            <a:r>
              <a:rPr sz="2000"/>
              <a:t>¿Cómo se accede?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Ejemplo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Mostrar un ejemplo simple en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Operaciones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Agregar</a:t>
            </a:r>
          </a:p>
          <a:p>
            <a:r>
              <a:rPr sz="2000"/>
              <a:t>Eliminar</a:t>
            </a:r>
          </a:p>
          <a:p>
            <a:r>
              <a:rPr sz="2000"/>
              <a:t>Recorrer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Caso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Ejemplo práctico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Presentaciones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Cada grupo presenta (5 minutos)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Reglas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Todos participan</a:t>
            </a:r>
          </a:p>
          <a:p>
            <a:r>
              <a:rPr sz="2000"/>
              <a:t>Explicación clara</a:t>
            </a:r>
          </a:p>
          <a:p>
            <a:r>
              <a:rPr sz="2000"/>
              <a:t>Ejemplo obligatorio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Aplicaremos lo aprendido en el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