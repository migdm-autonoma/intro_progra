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Introducción a la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286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Repaso para Evaluación 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Variables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320040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320040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320040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Iteradores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Python · Evaluación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Variables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554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enteros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810512"/>
            <a:ext cx="2468880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105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42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100584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005840"/>
            <a:ext cx="64008" cy="15544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91840" y="1481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decimales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810512"/>
            <a:ext cx="2468880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8105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= 3.14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00584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005840"/>
            <a:ext cx="64008" cy="1554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72200" y="1481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Cadenas de texto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1810512"/>
            <a:ext cx="2468880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8105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= "Ana"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274320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743200"/>
            <a:ext cx="64008" cy="1554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11480" y="3218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 / Falso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3547872"/>
            <a:ext cx="2468880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5478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activo = True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154680" y="274320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54680" y="2743200"/>
            <a:ext cx="64008" cy="15544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291840" y="3218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valor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91840" y="3547872"/>
            <a:ext cx="2468880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4" name="Text 32"/>
          <p:cNvSpPr/>
          <p:nvPr/>
        </p:nvSpPr>
        <p:spPr>
          <a:xfrm>
            <a:off x="3337560" y="35478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 = None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35040" y="274320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2743200"/>
            <a:ext cx="64008" cy="15544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7" name="Text 35"/>
          <p:cNvSpPr/>
          <p:nvPr/>
        </p:nvSpPr>
        <p:spPr>
          <a:xfrm>
            <a:off x="617220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172200" y="3218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complejos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72200" y="3547872"/>
            <a:ext cx="2468880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0" y="35478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2+3j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usa type(variable) para saber el tipo de cualquier objeto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 · Listas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931920" cy="3977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 [ ]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Ordenada (mantiene el orden)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Mutable (se puede modificar)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Permite duplicados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Indexada desde 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Permite tipos mixtos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34840" y="960120"/>
            <a:ext cx="4434840" cy="39776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0515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Crear una lista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0" y="13441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frutas = ["🍎", "🍌", "🍊"]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0" y="163677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0" y="192938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Acceder por índice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0" y="22219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frutas[0]    # "🍎"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0" y="25146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frutas[-1]   # "🍊"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0" y="280720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0" y="309981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Métodos útiles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0" y="339242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frutas.append("🍇")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0" y="36850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frutas.remove("🍌")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0" y="39776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frutas.sort()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0" y="42702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len(frutas)  # 3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 · Diccionarios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  { clave: valor }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Pares clave → valor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5506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Mutable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928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Sin orden garantizado (Python 3.7+ sí mantiene inserción)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1305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Claves únicas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960120"/>
            <a:ext cx="4572000" cy="14630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34840" y="102412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 = {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128016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"nombre": "Luis",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153619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"edad": 22,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34840" y="179222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"activo": True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4840" y="204825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2560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principales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4251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71800"/>
            <a:ext cx="54864" cy="548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2971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.keys()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74520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todas las claves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2971800"/>
            <a:ext cx="4251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71800"/>
            <a:ext cx="54864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4818888" y="2971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.values()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todos los valores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3593592"/>
            <a:ext cx="4251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593592"/>
            <a:ext cx="54864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35935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.items()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874520" y="35935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pares (clave, valor)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09160" y="3593592"/>
            <a:ext cx="4251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593592"/>
            <a:ext cx="54864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4818888" y="35935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.get(k)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35935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Obtiene valor sin error si no existe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74320" y="4215384"/>
            <a:ext cx="4251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215384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" y="421538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d[k]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874520" y="42153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una clave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709160" y="4215384"/>
            <a:ext cx="4251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4215384"/>
            <a:ext cx="54864" cy="5486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0" name="Text 38"/>
          <p:cNvSpPr/>
          <p:nvPr/>
        </p:nvSpPr>
        <p:spPr>
          <a:xfrm>
            <a:off x="4818888" y="421538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.update()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09360" y="42153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Fusiona otro diccionario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 · Sets y Tuplas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977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 { }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ordenada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64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Sin duplicados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066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Mutable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670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numeros = {1, 2, 3, 3}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{1, 2, 3}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5753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.add(x)      agregar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877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.remove(x)   eliminar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4178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.union(s)    unión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4480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.intersection(s)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4206240" cy="3977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960120"/>
            <a:ext cx="4206240" cy="4114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  ( )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00600" y="1463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Ordenada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1764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Inmutable (no cambia)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20665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Permite duplicados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6700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punto = (10, 20)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punto[0]   # 10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35753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Desempaquetado: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3877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punto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 elemento: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4782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solo = (42,)  # coma!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Estructuras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960120"/>
            <a:ext cx="1691640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2331720" y="960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[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77640" y="960120"/>
            <a:ext cx="1691640" cy="6400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960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{ 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960120"/>
            <a:ext cx="1691640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0" y="960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{ 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60920" y="960120"/>
            <a:ext cx="1691640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960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( 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1645920"/>
            <a:ext cx="2011680" cy="6400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1645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286000" y="1645920"/>
            <a:ext cx="1691640" cy="6400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8" name="Text 16"/>
          <p:cNvSpPr/>
          <p:nvPr/>
        </p:nvSpPr>
        <p:spPr>
          <a:xfrm>
            <a:off x="2331720" y="1645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977640" y="1645920"/>
            <a:ext cx="1691640" cy="6400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1645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(3.7+)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0" y="1645920"/>
            <a:ext cx="1691640" cy="6400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1645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60920" y="1645920"/>
            <a:ext cx="1691640" cy="6400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0" y="1645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4320" y="2331720"/>
            <a:ext cx="20116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286000" y="2331720"/>
            <a:ext cx="16916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2331720" y="2331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977640" y="2331720"/>
            <a:ext cx="16916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023360" y="2331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669280" y="2331720"/>
            <a:ext cx="16916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715000" y="2331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360920" y="2331720"/>
            <a:ext cx="16916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406640" y="2331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274320" y="3017520"/>
            <a:ext cx="2011680" cy="6400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3017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2286000" y="3017520"/>
            <a:ext cx="1691640" cy="6400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8" name="Text 36"/>
          <p:cNvSpPr/>
          <p:nvPr/>
        </p:nvSpPr>
        <p:spPr>
          <a:xfrm>
            <a:off x="2331720" y="3017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3977640" y="3017520"/>
            <a:ext cx="1691640" cy="6400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0" name="Text 38"/>
          <p:cNvSpPr/>
          <p:nvPr/>
        </p:nvSpPr>
        <p:spPr>
          <a:xfrm>
            <a:off x="4023360" y="3017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claves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669280" y="3017520"/>
            <a:ext cx="1691640" cy="6400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2" name="Text 40"/>
          <p:cNvSpPr/>
          <p:nvPr/>
        </p:nvSpPr>
        <p:spPr>
          <a:xfrm>
            <a:off x="5715000" y="3017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360920" y="3017520"/>
            <a:ext cx="1691640" cy="6400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4" name="Text 42"/>
          <p:cNvSpPr/>
          <p:nvPr/>
        </p:nvSpPr>
        <p:spPr>
          <a:xfrm>
            <a:off x="7406640" y="3017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274320" y="3703320"/>
            <a:ext cx="20116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" y="3703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Indexable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2286000" y="3703320"/>
            <a:ext cx="16916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2331720" y="3703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3977640" y="3703320"/>
            <a:ext cx="16916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4023360" y="3703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clave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5669280" y="3703320"/>
            <a:ext cx="16916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5715000" y="3703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7360920" y="3703320"/>
            <a:ext cx="16916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7406640" y="3703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274320" y="4389120"/>
            <a:ext cx="2011680" cy="6400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56" name="Text 54"/>
          <p:cNvSpPr/>
          <p:nvPr/>
        </p:nvSpPr>
        <p:spPr>
          <a:xfrm>
            <a:off x="320040" y="4389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típico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2286000" y="4389120"/>
            <a:ext cx="1691640" cy="6400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58" name="Text 56"/>
          <p:cNvSpPr/>
          <p:nvPr/>
        </p:nvSpPr>
        <p:spPr>
          <a:xfrm>
            <a:off x="2331720" y="4389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Colección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3977640" y="4389120"/>
            <a:ext cx="1691640" cy="6400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60" name="Text 58"/>
          <p:cNvSpPr/>
          <p:nvPr/>
        </p:nvSpPr>
        <p:spPr>
          <a:xfrm>
            <a:off x="4023360" y="4389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Clave-valor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5669280" y="4389120"/>
            <a:ext cx="1691640" cy="6400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62" name="Text 60"/>
          <p:cNvSpPr/>
          <p:nvPr/>
        </p:nvSpPr>
        <p:spPr>
          <a:xfrm>
            <a:off x="5715000" y="4389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Únicos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7360920" y="4389120"/>
            <a:ext cx="1691640" cy="6400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64" name="Text 62"/>
          <p:cNvSpPr/>
          <p:nvPr/>
        </p:nvSpPr>
        <p:spPr>
          <a:xfrm>
            <a:off x="7406640" y="4389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fijos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Condicionales · if / elif / else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480560" cy="39319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= 75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6367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nota &gt;= 90: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9293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print("Excelente")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2219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nota &gt;= 70: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print("Aprobado")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nota &gt;= 50: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0998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print("Regular")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3924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3685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print("Reprobado")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270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Resultado: Aprobado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0" y="1005840"/>
            <a:ext cx="384048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0" y="1005840"/>
            <a:ext cx="64008" cy="114300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66360" y="1508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principal. Se evalúa primero siempre.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2286000"/>
            <a:ext cx="384048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2286000"/>
            <a:ext cx="64008" cy="1143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2377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166360" y="2788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alternativa. Solo se evalúa si el if anterior fue False.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3566160"/>
            <a:ext cx="384048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0" y="3566160"/>
            <a:ext cx="64008" cy="1143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3657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166360" y="4069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por defecto. Se ejecuta si ninguna condición anterior fue True.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709160"/>
            <a:ext cx="384048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La indentación es obligatoria en Python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en Condicionales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de Comparación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258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83080" y="13258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87452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83080" y="18745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Distinto 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2423160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4231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/  &lt;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83080" y="24231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/ Menor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9718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  /  &lt;=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29718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o igual / Menor o igual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4632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Lógicos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46320" y="132588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325880"/>
            <a:ext cx="54864" cy="5943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3258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0" y="13258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 si AMBOS son True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01168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011680"/>
            <a:ext cx="54864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20116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0" y="20116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 si AL MENOS UNO es True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269748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2697480"/>
            <a:ext cx="54864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26974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43600" y="26974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Invierte el valor booleano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3657600"/>
            <a:ext cx="8595360" cy="12801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Ejemplos combinados: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005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edad &gt;= 18 and pais == "CL":  print("Puede votar")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4297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activo or saldo &lt; 0:      print("Cuenta suspendida")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Iteradores · for  y  range()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594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 variable  in  iterable: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425196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91640"/>
            <a:ext cx="4251960" cy="32918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69164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 lista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057400"/>
            <a:ext cx="4160520" cy="10515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939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frutas = ["🍎","🍌","🍊"]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23865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 in frutas: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26791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1691640"/>
            <a:ext cx="425196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691640"/>
            <a:ext cx="4251960" cy="32918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69164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range() básico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00600" y="2057400"/>
            <a:ext cx="4160520" cy="10515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0939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23865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26791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0, 1, 2, 3, 4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291840"/>
            <a:ext cx="425196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291840"/>
            <a:ext cx="4251960" cy="32918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29184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range(inicio, fin, paso)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0040" y="3657600"/>
            <a:ext cx="4160520" cy="10515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6941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range(0, 10, 2):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11480" y="39867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11480" y="42793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0, 2, 4, 6, 8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3291840"/>
            <a:ext cx="425196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291840"/>
            <a:ext cx="4251960" cy="32918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29184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enumerate() — índice + valor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800600" y="3657600"/>
            <a:ext cx="4160520" cy="10515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6941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f in enumerate(frutas):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92040" y="39867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print(i, f)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92040" y="42793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 🍎  1 🍌  2 🍊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Iteradores · while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 condición:  →  ejecuta mientras la condición sea True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4114800" cy="27432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básico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contador = 0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615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contador &lt; 5: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2916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print(contador)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218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contador += 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Imprime: 0 1 2 3 4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64592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645920"/>
            <a:ext cx="64008" cy="8046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6824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00600" y="20116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inmediatamente del bucle.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00600" y="2240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== 3: break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56032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560320"/>
            <a:ext cx="64008" cy="8046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5968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0600" y="2926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Salta al siguiente ciclo.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0600" y="3154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% 2 == 0: continue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474720"/>
            <a:ext cx="41605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474720"/>
            <a:ext cx="64008" cy="8046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5112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00600" y="3840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si el while termina sin break.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00600" y="40690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...: ... else: print('Fin')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" y="4663440"/>
            <a:ext cx="54864" cy="347472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Asegúrate de que la condición cambie; de lo contrario habrá un loop infinito.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 vs  while  · ¿Cuándo usar cada uno?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06240" cy="4069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206240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Cuando conoces el número de iteraciones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Para iterar sobre listas, diccionarios, strings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Cuando usas range()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Más legible y seguro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4023360" cy="6400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383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range(10):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4206240" cy="4069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914400"/>
            <a:ext cx="420624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92040" y="14630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Cuando NO sabes cuántas iteraciones habrá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92040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Para esperar una condición externa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92040" y="2377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Menús interactivos / input usuario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92040" y="2834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Bucles hasta que algo cambie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46320" y="3337560"/>
            <a:ext cx="4023360" cy="6400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383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input() != 'salir':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37760" y="3657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print('Continúa')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· ¡Todo en uno!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28016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601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91640" y="9601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· float · str · bool · None · complex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859536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37360"/>
            <a:ext cx="1280160" cy="6858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7373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91640" y="173736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list[] · dict{} · set{} · tuple()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859536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514600"/>
            <a:ext cx="1280160" cy="68580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5146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91640" y="251460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condición: ... elif ...: ... else: ...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291840"/>
            <a:ext cx="859536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91840"/>
            <a:ext cx="1280160" cy="6858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2918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32918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iterable: ...  /  range(n) · range(a,b,paso)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069080"/>
            <a:ext cx="859536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069080"/>
            <a:ext cx="1280160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40690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91640" y="406908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condición: ...  →  break / continue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¡Mucho éxito en la evaluación! 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 Programación - Evaluación 1</dc:title>
  <dc:subject>PptxGenJS Presentation</dc:subject>
  <dc:creator>PptxGenJS</dc:creator>
  <cp:lastModifiedBy>PptxGenJS</cp:lastModifiedBy>
  <cp:revision>1</cp:revision>
  <dcterms:created xsi:type="dcterms:W3CDTF">2026-04-20T16:33:22Z</dcterms:created>
  <dcterms:modified xsi:type="dcterms:W3CDTF">2026-04-20T16:33:22Z</dcterms:modified>
</cp:coreProperties>
</file>