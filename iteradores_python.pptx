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🔁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Iteradores en Python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2311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 ·  while  ·  break  ·  continue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a repetir instrucciones de forma eficiente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429000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429000"/>
            <a:ext cx="1874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for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87752" y="3429000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7752" y="3429000"/>
            <a:ext cx="1874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72584" y="3429000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3429000"/>
            <a:ext cx="1874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while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57416" y="3429000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57416" y="3429000"/>
            <a:ext cx="1874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/ continue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· Python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9025128" cy="749808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¿Qué es un Bucle?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89611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bucle le dice a Python: "Repite este bloque de código varias veces".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3931920" cy="201168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17320"/>
            <a:ext cx="3931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😩  Sin bucle — repetitivo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print("Hola, estudiante 1")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print("Hola, estudiante 2")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print("Hola, estudiante 3")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print("Hola, estudiante 4")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print("Hola, estudiante 5")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1417320"/>
            <a:ext cx="3931920" cy="201168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417320"/>
            <a:ext cx="393192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4173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 bucle — elegante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10912" y="1920240"/>
            <a:ext cx="3657600" cy="13898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993392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6):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print(f"Hola,"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f"estudiante {i}")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79392" y="2331720"/>
            <a:ext cx="585216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2148840"/>
            <a:ext cx="694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" y="358444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Mismo resultado — 5 veces menos código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9025128" cy="749808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El Bucle for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846320" cy="1051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0584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 variable  in  secuencia: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" y="1389888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código que se repite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49240" y="914400"/>
            <a:ext cx="3474720" cy="512064"/>
          </a:xfrm>
          <a:prstGeom prst="roundRect">
            <a:avLst>
              <a:gd name="adj" fmla="val 8929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9509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37960" y="95097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el valor de cada elemento en cada vuelta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1499616"/>
            <a:ext cx="3474720" cy="512064"/>
          </a:xfrm>
          <a:prstGeom prst="roundRect">
            <a:avLst>
              <a:gd name="adj" fmla="val 8929"/>
            </a:avLst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15361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15361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 «dentro de»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2084832"/>
            <a:ext cx="3474720" cy="512064"/>
          </a:xfrm>
          <a:prstGeom prst="roundRect">
            <a:avLst>
              <a:gd name="adj" fmla="val 8929"/>
            </a:avLst>
          </a:prstGeom>
          <a:solidFill>
            <a:srgbClr val="1E293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21214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secuencia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21214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va a recorrer (lista, string, rango…)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49240" y="2670048"/>
            <a:ext cx="3474720" cy="512064"/>
          </a:xfrm>
          <a:prstGeom prst="roundRect">
            <a:avLst>
              <a:gd name="adj" fmla="val 8929"/>
            </a:avLst>
          </a:prstGeom>
          <a:solidFill>
            <a:srgbClr val="1E293B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270662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9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270662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el bloque del bucle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337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703320"/>
            <a:ext cx="4846320" cy="1097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794760"/>
            <a:ext cx="4535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frutas = ["manzana", "naranja", "pera"]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fruta in frutas: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print(f"🍎 {fruta}")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349240" y="3703320"/>
            <a:ext cx="347472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7490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🍎 manzana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🍎 naranja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🍎 pera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9025128" cy="749808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La función range()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88696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 genera una secuencia de números — la compañera ideal del for.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713232"/>
          </a:xfrm>
          <a:prstGeom prst="rect">
            <a:avLst/>
          </a:prstGeom>
          <a:solidFill>
            <a:srgbClr val="F8FAFC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89888"/>
            <a:ext cx="91440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81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8105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hasta n-1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1499616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range(5)  →  0 1 2 3 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231136"/>
            <a:ext cx="8503920" cy="713232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231136"/>
            <a:ext cx="9144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3225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range(inicio, fin)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2651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a fin-1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340864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range(2,6)  →  2 3 4 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072384"/>
            <a:ext cx="8503920" cy="713232"/>
          </a:xfrm>
          <a:prstGeom prst="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072384"/>
            <a:ext cx="91440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638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range(ini, fin, paso)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493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saltos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318211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range(0,10,2)  →  0 2 4 6 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913632"/>
            <a:ext cx="8503920" cy="713232"/>
          </a:xfrm>
          <a:prstGeom prst="rect">
            <a:avLst/>
          </a:prstGeom>
          <a:solidFill>
            <a:srgbClr val="F8FAFC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913632"/>
            <a:ext cx="91440" cy="71323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005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range(10, 0, -1)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43342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regresiva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402336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range(10,0,-1)  →  10 9 … 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9025128" cy="749808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for con enumerate() y zip()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88696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 puede recorrer cualquier iterable. Funciones útiles para el día a día: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148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enumerate() — índice + valor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411480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874520"/>
            <a:ext cx="38039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colores = ["rojo","verde","azul"]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color in enumerate(colores):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print(f"[{i}] {color}")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3017520"/>
            <a:ext cx="4114800" cy="38404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63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 rojo   [1] verde   [2] azul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41148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71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zip() — dos listas a la vez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783080"/>
            <a:ext cx="4114800" cy="1325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874520"/>
            <a:ext cx="38039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nombres = ["Ana","Luis","Pedro"]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  = [6.5, 5.8, 7.0]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n, nota in zip(nombres, notas):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print(f"{n}: {nota}")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3154680"/>
            <a:ext cx="4114800" cy="8229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2004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Ana: 6.5  ✅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Luis: 5.8  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Pedro: 7.0  ✅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9025128" cy="749808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El Bucle while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88696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while repite mientras una condición sea verdadera. Úsalo cuando no sabes cuántas veces repetir.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29768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50876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 condicion: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código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⚠️ actualizar condición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542032"/>
            <a:ext cx="4297680" cy="82296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786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Cuidado con el bucle infinito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9864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condición nunca es False, el programa no termina nunca.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6320" y="1417320"/>
            <a:ext cx="397764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1732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828800"/>
            <a:ext cx="3977640" cy="15727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1920240"/>
            <a:ext cx="3666744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 = 1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contador &lt;= 5: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print(f"Vuelta {contador}")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contador += 1  # ← actualizar!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print("¡Bucle terminado!")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3438144"/>
            <a:ext cx="3977640" cy="8412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3474720"/>
            <a:ext cx="3703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Vuelta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Vuelta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Vuelta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Vuelta 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Vuelta 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¡Bucle terminado!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for y cuándo while?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Bucle for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Sabes cuántas veces repetir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6537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Tienes una lista o rango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24942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Quieres recorrer elementos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63347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No hay riesgo de bucle infinito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0175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─────────────────────────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4015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recorrer una lista de alumnos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378561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tabla de multiplicar del 1 al 10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416966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procesar archivos de una carpeta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868680"/>
            <a:ext cx="4114800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86868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Bucle while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46320" y="14813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Repites hasta una condición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86537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No sabes cuántas vueltas habrá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24942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Dependes de input del usuario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63347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Riesgo de bucle infinito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0175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─────────────────────────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4015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esperar contraseña correcta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378561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juego hasta que el jugador muera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416966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leer datos hasta escribir 'salir'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53128" y="868680"/>
            <a:ext cx="237744" cy="34564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15968" y="2331720"/>
            <a:ext cx="512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VS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Iteradores en Python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9025128" cy="749808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 break · continue · else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697480" cy="3904488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269748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🛑  break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Detiene el bucle inmediatamente.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103120"/>
            <a:ext cx="2560320" cy="2423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94560"/>
            <a:ext cx="23317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 in lista: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 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2112" y="914400"/>
            <a:ext cx="2697480" cy="3904488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82112" y="91440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⏭️  continue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73552" y="1463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 esta vuelta y sigue con la siguiente.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55264" y="2103120"/>
            <a:ext cx="2560320" cy="2423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6704" y="2194560"/>
            <a:ext cx="23317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range(10):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i%2==0: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9904" y="914400"/>
            <a:ext cx="2697480" cy="3904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9904" y="914400"/>
            <a:ext cx="269748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else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81344" y="1463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si el bucle terminó sin break.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63056" y="2103120"/>
            <a:ext cx="2560320" cy="2423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2194560"/>
            <a:ext cx="23317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 in lista: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== x: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print('no encontrado')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9025128" cy="749808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🪆  Bucles Anidados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88696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bucle dentro de otro. Por cada vuelta del exterior, el interior completa todas sus vueltas.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206240" cy="3291840"/>
          </a:xfrm>
          <a:prstGeom prst="rect">
            <a:avLst/>
          </a:prstGeom>
          <a:solidFill>
            <a:srgbClr val="EFF6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71600"/>
            <a:ext cx="42062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716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exterior (i)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901952"/>
            <a:ext cx="3657600" cy="2487168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901952"/>
            <a:ext cx="365760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0195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interior (j)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359152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range(1,4):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range(1,4):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print(i*j, end=' 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print()  # nueva fila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39776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3716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tabla 3×3: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874520"/>
            <a:ext cx="950976" cy="493776"/>
          </a:xfrm>
          <a:prstGeom prst="rect">
            <a:avLst/>
          </a:prstGeom>
          <a:solidFill>
            <a:srgbClr val="0F1F2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874520"/>
            <a:ext cx="9509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15584" y="1874520"/>
            <a:ext cx="950976" cy="493776"/>
          </a:xfrm>
          <a:prstGeom prst="rect">
            <a:avLst/>
          </a:prstGeom>
          <a:solidFill>
            <a:srgbClr val="0F1F2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15584" y="1874520"/>
            <a:ext cx="9509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j=1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84848" y="1874520"/>
            <a:ext cx="950976" cy="493776"/>
          </a:xfrm>
          <a:prstGeom prst="rect">
            <a:avLst/>
          </a:prstGeom>
          <a:solidFill>
            <a:srgbClr val="0F1F2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1874520"/>
            <a:ext cx="9509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j=2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54112" y="1874520"/>
            <a:ext cx="950976" cy="493776"/>
          </a:xfrm>
          <a:prstGeom prst="rect">
            <a:avLst/>
          </a:prstGeom>
          <a:solidFill>
            <a:srgbClr val="0F1F2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54112" y="1874520"/>
            <a:ext cx="9509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j=3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2386584"/>
            <a:ext cx="950976" cy="493776"/>
          </a:xfrm>
          <a:prstGeom prst="rect">
            <a:avLst/>
          </a:prstGeom>
          <a:solidFill>
            <a:srgbClr val="0F1F2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386584"/>
            <a:ext cx="9509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15584" y="2386584"/>
            <a:ext cx="950976" cy="493776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15584" y="2386584"/>
            <a:ext cx="9509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84848" y="2386584"/>
            <a:ext cx="950976" cy="493776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2386584"/>
            <a:ext cx="9509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54112" y="2386584"/>
            <a:ext cx="950976" cy="493776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54112" y="2386584"/>
            <a:ext cx="9509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2898648"/>
            <a:ext cx="950976" cy="493776"/>
          </a:xfrm>
          <a:prstGeom prst="rect">
            <a:avLst/>
          </a:prstGeom>
          <a:solidFill>
            <a:srgbClr val="0F1F2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898648"/>
            <a:ext cx="9509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i=2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15584" y="2898648"/>
            <a:ext cx="950976" cy="493776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15584" y="2898648"/>
            <a:ext cx="9509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84848" y="2898648"/>
            <a:ext cx="950976" cy="493776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84848" y="2898648"/>
            <a:ext cx="9509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754112" y="2898648"/>
            <a:ext cx="950976" cy="493776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54112" y="2898648"/>
            <a:ext cx="9509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846320" y="3410712"/>
            <a:ext cx="950976" cy="493776"/>
          </a:xfrm>
          <a:prstGeom prst="rect">
            <a:avLst/>
          </a:prstGeom>
          <a:solidFill>
            <a:srgbClr val="0F1F2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410712"/>
            <a:ext cx="9509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i=3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815584" y="3410712"/>
            <a:ext cx="950976" cy="493776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15584" y="3410712"/>
            <a:ext cx="9509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784848" y="3410712"/>
            <a:ext cx="950976" cy="493776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84848" y="3410712"/>
            <a:ext cx="9509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754112" y="3410712"/>
            <a:ext cx="950976" cy="493776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54112" y="3410712"/>
            <a:ext cx="9509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Útil para: matrices, tablas, patrones, combinaciones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9025128" cy="749808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Caso Real · Carrito de Compras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88696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for para recorrer una lista de productos y calcular el total.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5029200" cy="3520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17320"/>
            <a:ext cx="4718304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carrito = 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{"producto": "Laptop",  "precio": 500000, "cantidad": 1},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{"producto": "Mouse",   "precio":  15000, "cantidad": 2},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{"producto": "Teclado", "precio":  25000, "cantidad": 1},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carrito: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subtotal = item["precio"] * item["cantidad"]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subtotal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print(f"{item['producto']:10}  ${subtotal:&gt;8,.0f}")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print(f"TOTAL       ${total:&gt;8,.0f}")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77840" y="1325880"/>
            <a:ext cx="32461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1737360"/>
            <a:ext cx="3246120" cy="18288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1801368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Laptop      $500.000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        $30.000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Teclado      $25.000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      $555.000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577840" y="3749040"/>
            <a:ext cx="3246120" cy="457200"/>
          </a:xfrm>
          <a:prstGeom prst="roundRect">
            <a:avLst>
              <a:gd name="adj" fmla="val 140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87568" y="374904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Acumulador: total += subtotal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9025128" cy="749808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Caso Real · Validación con while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88696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while es ideal cuando esperamos que el usuario cumpla una condición.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5029200" cy="3520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17320"/>
            <a:ext cx="4718304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Simular intentos de login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intentos =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max_intentos = 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clave_correcta = "python123"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intentos &lt; max_intentos: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clave = input("Ingresa tu clave: 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clave == clave_correcta: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print("✅ Acceso concedido")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intentos +=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restantes = max_intentos - intentos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print(f"❌ Incorrecto. {restantes} intento(s) restante(s)")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print("🚫 Cuenta bloqueada")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77840" y="1325880"/>
            <a:ext cx="324612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23560" y="1783080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0F1F2E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178308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26480" y="2240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23560" y="2350008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0F1F2E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87568" y="2350008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¿intentos &lt; 3?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26480" y="28072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23560" y="2916936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0F1F2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7568" y="2916936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¿clave correcta?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26480" y="337413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23560" y="3483864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0F1F2E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3483864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Acceder  /  ❌ +1 intento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26480" y="394106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23560" y="4050792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0F1F2E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87568" y="4050792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Bloquear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— Iteradores en Python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" y="868680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868680"/>
            <a:ext cx="228600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40864" y="868680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201168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868680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868680"/>
            <a:ext cx="246888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38544" y="868680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usarlo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316736"/>
            <a:ext cx="201168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316736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básico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0" y="1316736"/>
            <a:ext cx="22860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40864" y="1316736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lista: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1316736"/>
            <a:ext cx="201168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316736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1316736"/>
            <a:ext cx="246888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8544" y="1316736"/>
            <a:ext cx="2359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una secuencia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1746504"/>
            <a:ext cx="2011680" cy="402336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1746504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+ range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0" y="1746504"/>
            <a:ext cx="2286000" cy="402336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40864" y="1746504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range(n):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1746504"/>
            <a:ext cx="2011680" cy="402336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1746504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0" y="1746504"/>
            <a:ext cx="2468880" cy="402336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38544" y="1746504"/>
            <a:ext cx="2359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n veces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176272"/>
            <a:ext cx="201168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2176272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0" y="2176272"/>
            <a:ext cx="22860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40864" y="2176272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i,v in enumerate():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0" y="2176272"/>
            <a:ext cx="201168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2176272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83680" y="2176272"/>
            <a:ext cx="246888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38544" y="2176272"/>
            <a:ext cx="2359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índice y valor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2606040"/>
            <a:ext cx="2011680" cy="402336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" y="2606040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86000" y="2606040"/>
            <a:ext cx="2286000" cy="402336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40864" y="2606040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a,b in zip(l1,l2):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0" y="2606040"/>
            <a:ext cx="2011680" cy="402336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26864" y="2606040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583680" y="2606040"/>
            <a:ext cx="2468880" cy="402336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8544" y="2606040"/>
            <a:ext cx="2359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dos listas juntas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3035808"/>
            <a:ext cx="201168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" y="3035808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286000" y="3035808"/>
            <a:ext cx="22860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40864" y="3035808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condicion: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72000" y="3035808"/>
            <a:ext cx="201168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26864" y="3035808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583680" y="3035808"/>
            <a:ext cx="246888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38544" y="3035808"/>
            <a:ext cx="2359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hasta una condición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3465576"/>
            <a:ext cx="2011680" cy="402336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9184" y="3465576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286000" y="3465576"/>
            <a:ext cx="2286000" cy="402336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40864" y="3465576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0" y="3465576"/>
            <a:ext cx="2011680" cy="402336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26864" y="3465576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583680" y="3465576"/>
            <a:ext cx="2468880" cy="402336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38544" y="3465576"/>
            <a:ext cx="2359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 del bucle antes de terminar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74320" y="3895344"/>
            <a:ext cx="201168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9184" y="3895344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286000" y="3895344"/>
            <a:ext cx="22860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40864" y="3895344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572000" y="3895344"/>
            <a:ext cx="201168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26864" y="3895344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583680" y="3895344"/>
            <a:ext cx="246888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38544" y="3895344"/>
            <a:ext cx="2359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Saltar la vuelta actual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74320" y="4325112"/>
            <a:ext cx="2011680" cy="402336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9184" y="4325112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2286000" y="4325112"/>
            <a:ext cx="2286000" cy="402336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340864" y="4325112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(después del bucle)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572000" y="4325112"/>
            <a:ext cx="2011680" cy="402336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26864" y="4325112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6583680" y="4325112"/>
            <a:ext cx="2468880" cy="402336"/>
          </a:xfrm>
          <a:prstGeom prst="rect">
            <a:avLst/>
          </a:prstGeom>
          <a:solidFill>
            <a:srgbClr val="162B47"/>
          </a:solidFill>
          <a:ln w="12700">
            <a:solidFill>
              <a:srgbClr val="2E4D6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38544" y="4325112"/>
            <a:ext cx="2359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si no hubo break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¡Ahora practica en el notebook! 🚀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🚀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44475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 practicar!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notebook y completa los ejercicios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834640"/>
            <a:ext cx="2468880" cy="493776"/>
          </a:xfrm>
          <a:prstGeom prst="roundRect">
            <a:avLst>
              <a:gd name="adj" fmla="val 12963"/>
            </a:avLst>
          </a:prstGeom>
          <a:solidFill>
            <a:srgbClr val="1E293B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907792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907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29077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Saludar compañeros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834640"/>
            <a:ext cx="2468880" cy="493776"/>
          </a:xfrm>
          <a:prstGeom prst="roundRect">
            <a:avLst>
              <a:gd name="adj" fmla="val 12963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90779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907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76472" y="29077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de 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2834640"/>
            <a:ext cx="2468880" cy="493776"/>
          </a:xfrm>
          <a:prstGeom prst="roundRect">
            <a:avLst>
              <a:gd name="adj" fmla="val 12963"/>
            </a:avLst>
          </a:prstGeom>
          <a:solidFill>
            <a:srgbClr val="1E293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2907792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2907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19672" y="29077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FizzBuzz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474720"/>
            <a:ext cx="2468880" cy="493776"/>
          </a:xfrm>
          <a:prstGeom prst="roundRect">
            <a:avLst>
              <a:gd name="adj" fmla="val 12963"/>
            </a:avLst>
          </a:prstGeom>
          <a:solidFill>
            <a:srgbClr val="1E293B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547872"/>
            <a:ext cx="347472" cy="34747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47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33272" y="3547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primo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3474720"/>
            <a:ext cx="2468880" cy="493776"/>
          </a:xfrm>
          <a:prstGeom prst="roundRect">
            <a:avLst>
              <a:gd name="adj" fmla="val 12963"/>
            </a:avLst>
          </a:prstGeom>
          <a:solidFill>
            <a:srgbClr val="1E293B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3547872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547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76472" y="3547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primos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89320" y="3474720"/>
            <a:ext cx="2468880" cy="493776"/>
          </a:xfrm>
          <a:prstGeom prst="roundRect">
            <a:avLst>
              <a:gd name="adj" fmla="val 12963"/>
            </a:avLst>
          </a:prstGeom>
          <a:solidFill>
            <a:srgbClr val="1E293B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0760" y="3547872"/>
            <a:ext cx="347472" cy="3474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3547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19672" y="3547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Pirámide numérica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Iteradores en Python · for y while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Iteradores en Python: for y while</dc:title>
  <dc:subject>PptxGenJS Presentation</dc:subject>
  <dc:creator>PptxGenJS</dc:creator>
  <cp:lastModifiedBy>PptxGenJS</cp:lastModifiedBy>
  <cp:revision>1</cp:revision>
  <dcterms:created xsi:type="dcterms:W3CDTF">2026-04-06T17:54:18Z</dcterms:created>
  <dcterms:modified xsi:type="dcterms:W3CDTF">2026-04-06T17:54:18Z</dcterms:modified>
</cp:coreProperties>
</file>